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31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PROGRAMAÇÃO — Departamento de </a:t>
            </a:r>
            <a:r>
              <a:rPr lang="en-US" sz="1500" b="1" kern="0" spc="2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r>
              <a:rPr lang="en-US" sz="4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Vetor de Objetos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JavaScript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Agrupando atributos com objetos e organizando coleções de registros com vetores de objetos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3291840" cy="1520190"/>
          </a:xfrm>
          <a:prstGeom prst="roundRect">
            <a:avLst>
              <a:gd name="adj" fmla="val 481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4535424"/>
            <a:ext cx="2926080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Beatriz"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853178"/>
            <a:ext cx="2926080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5170932"/>
            <a:ext cx="2926080" cy="31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10819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Daniel Facciolo Pires  •  2º Semestre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 hoje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28" dirty="0"/>
          </a:p>
        </p:txBody>
      </p:sp>
      <p:sp>
        <p:nvSpPr>
          <p:cNvPr id="8" name="Text 6"/>
          <p:cNvSpPr/>
          <p:nvPr/>
        </p:nvSpPr>
        <p:spPr>
          <a:xfrm>
            <a:off x="1371600" y="14538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objeto em JavaScript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28" dirty="0"/>
          </a:p>
        </p:txBody>
      </p:sp>
      <p:sp>
        <p:nvSpPr>
          <p:cNvPr id="11" name="Text 9"/>
          <p:cNvSpPr/>
          <p:nvPr/>
        </p:nvSpPr>
        <p:spPr>
          <a:xfrm>
            <a:off x="1371600" y="20756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aplicações de objetos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2752344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27523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28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Declaração, acesso e alteração de objetos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3374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28" dirty="0"/>
          </a:p>
        </p:txBody>
      </p:sp>
      <p:sp>
        <p:nvSpPr>
          <p:cNvPr id="17" name="Text 15"/>
          <p:cNvSpPr/>
          <p:nvPr/>
        </p:nvSpPr>
        <p:spPr>
          <a:xfrm>
            <a:off x="1371600" y="33192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 com objetos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28" dirty="0"/>
          </a:p>
        </p:txBody>
      </p:sp>
      <p:sp>
        <p:nvSpPr>
          <p:cNvPr id="20" name="Text 18"/>
          <p:cNvSpPr/>
          <p:nvPr/>
        </p:nvSpPr>
        <p:spPr>
          <a:xfrm>
            <a:off x="1371600" y="39410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vetor de objetos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28" dirty="0"/>
          </a:p>
        </p:txBody>
      </p:sp>
      <p:sp>
        <p:nvSpPr>
          <p:cNvPr id="23" name="Text 21"/>
          <p:cNvSpPr/>
          <p:nvPr/>
        </p:nvSpPr>
        <p:spPr>
          <a:xfrm>
            <a:off x="1371600" y="456285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Declaração, acesso, alteração e operações com vetor de objetos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40080" y="5239512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5239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28" dirty="0"/>
          </a:p>
        </p:txBody>
      </p:sp>
      <p:sp>
        <p:nvSpPr>
          <p:cNvPr id="26" name="Text 24"/>
          <p:cNvSpPr/>
          <p:nvPr/>
        </p:nvSpPr>
        <p:spPr>
          <a:xfrm>
            <a:off x="1371600" y="51846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 com vetor de objetos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" y="5861304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40080" y="5861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28" dirty="0"/>
          </a:p>
        </p:txBody>
      </p:sp>
      <p:sp>
        <p:nvSpPr>
          <p:cNvPr id="29" name="Text 27"/>
          <p:cNvSpPr/>
          <p:nvPr/>
        </p:nvSpPr>
        <p:spPr>
          <a:xfrm>
            <a:off x="137160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JAVASCRIPT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objeto?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 (índice → valor)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86868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877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18488" y="1920240"/>
            <a:ext cx="86868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18488" y="192024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8488" y="25877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96896" y="1920240"/>
            <a:ext cx="86868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596896" y="192024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96896" y="25877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5361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 (chave → valor)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192024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583680" y="192024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587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9016" y="192024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129016" y="192024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29016" y="2587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74352" y="1920240"/>
            <a:ext cx="1417320" cy="621792"/>
          </a:xfrm>
          <a:prstGeom prst="roundRect">
            <a:avLst>
              <a:gd name="adj" fmla="val 8824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674352" y="1920240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74352" y="2587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agrupa propriedades relacionadas sob um único nome, cada uma identificada por uma chave.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propriedade é formada por um par chave: valor.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vetor (indexado por posição 0, 1, 2...), o objeto é indexado por nomes que descrevem o significado de cada valor.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ideal para representar uma entidade do mundo real com vários atributos (um aluno, um produto, um carro).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JAVASCRIPT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aplicações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 o código mais legível: aluno.nome é mais claro do que aluno[0].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dados de tipos diferentes (texto, número, booleano) em uma única entidade.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representar registros complexos, com vários atributos nomeados.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980" dirty="0"/>
          </a:p>
        </p:txBody>
      </p:sp>
      <p:sp>
        <p:nvSpPr>
          <p:cNvPr id="9" name="Text 7"/>
          <p:cNvSpPr/>
          <p:nvPr/>
        </p:nvSpPr>
        <p:spPr>
          <a:xfrm>
            <a:off x="1234440" y="337413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aluno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721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idade, notas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172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6858000" y="337413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loja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37216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preço, estoque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1234440" y="433425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usuário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6817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e-mail, preferências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389120"/>
            <a:ext cx="502920" cy="50292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1722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980" dirty="0"/>
          </a:p>
        </p:txBody>
      </p:sp>
      <p:sp>
        <p:nvSpPr>
          <p:cNvPr id="21" name="Text 19"/>
          <p:cNvSpPr/>
          <p:nvPr/>
        </p:nvSpPr>
        <p:spPr>
          <a:xfrm>
            <a:off x="6858000" y="433425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funcionário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46817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cargo, salário, setor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F7DF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980" dirty="0"/>
          </a:p>
        </p:txBody>
      </p:sp>
      <p:sp>
        <p:nvSpPr>
          <p:cNvPr id="25" name="Text 23"/>
          <p:cNvSpPr/>
          <p:nvPr/>
        </p:nvSpPr>
        <p:spPr>
          <a:xfrm>
            <a:off x="1234440" y="52943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sistema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56418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idioma, volume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5349240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7220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980" dirty="0"/>
          </a:p>
        </p:txBody>
      </p:sp>
      <p:sp>
        <p:nvSpPr>
          <p:cNvPr id="29" name="Text 27"/>
          <p:cNvSpPr/>
          <p:nvPr/>
        </p:nvSpPr>
        <p:spPr>
          <a:xfrm>
            <a:off x="6858000" y="52943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de uma API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0" y="56418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estruturado (JSON)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JAVASCRIPT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de objetos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2064258"/>
          </a:xfrm>
          <a:prstGeom prst="roundRect">
            <a:avLst>
              <a:gd name="adj" fmla="val 35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60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 =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Beatriz"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é criado entre chaves { }.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propriedade é um par chave: valor, separado por vírgula.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é um identificador, escrito sem aspas.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pode ser de qualquer tipo: texto, número, booleano, e até outro objeto.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JAVASCRIPT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propriedades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675120" cy="1801368"/>
          </a:xfrm>
          <a:prstGeom prst="roundRect">
            <a:avLst>
              <a:gd name="adj" fmla="val 40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6751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4008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chave =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console.log(aluno.nome);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"Ana Beatriz"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console.log(aluno[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console.log(aluno[chave]);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8.5 (dinâmica)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1737360"/>
            <a:ext cx="4251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de ponto (aluno.nome): a forma mais comum e legível.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Notação de colchetes (aluno["idade"]): útil quando a chave tem espaços ou vem de uma variável.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colchetes, a chave pode ser dinâmica: aluno[chave] lê a propriedade guardada na variável chave.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JAVASCRIPT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propriedades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1801368"/>
          </a:xfrm>
          <a:prstGeom prst="roundRect">
            <a:avLst>
              <a:gd name="adj" fmla="val 40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alteracao.js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aluno.nota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altera valor existente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aluno.turma =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"3A"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cria nova propriedade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aluno.turma;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a propriedade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console.log(aluno);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um valor a uma chave existente altera a propriedade.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um valor a uma chave que não existe cria uma nova propriedade.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 uma propriedade do objeto.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EM JAVASCRIPT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20840" cy="3641598"/>
          </a:xfrm>
          <a:prstGeom prst="roundRect">
            <a:avLst>
              <a:gd name="adj" fmla="val 20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72084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720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446520" cy="3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produto =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"Teclado mecânico"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250.90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console.log(produto.nome);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"R$ 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produto.preco);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produto.estoque = produto.estoque -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"Estoque atual: 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produto.estoque);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16002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objeto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52360" y="1920240"/>
            <a:ext cx="4206240" cy="1467612"/>
          </a:xfrm>
          <a:prstGeom prst="roundRect">
            <a:avLst>
              <a:gd name="adj" fmla="val 498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52360" y="1920240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52360" y="1920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340864"/>
            <a:ext cx="38404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"Teclado mecânico"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53528" y="2641092"/>
            <a:ext cx="38404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250.9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53528" y="2941320"/>
            <a:ext cx="384048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TÓPICO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01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vetores e objetos para representar coleções de registros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4343400"/>
            <a:ext cx="1106424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514600" y="4343400"/>
            <a:ext cx="11064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03904" y="4343400"/>
            <a:ext cx="1476756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803904" y="4343400"/>
            <a:ext cx="14767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63540" y="4343400"/>
            <a:ext cx="1476756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463540" y="4343400"/>
            <a:ext cx="14767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23176" y="4343400"/>
            <a:ext cx="1600200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123176" y="4343400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Soma/Média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06256" y="4343400"/>
            <a:ext cx="982980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906256" y="4343400"/>
            <a:ext cx="9829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72116" y="4343400"/>
            <a:ext cx="1353312" cy="438912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072116" y="4343400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vetor de objetos?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vetor cujos elementos são objetos, em vez de números ou textos simples.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posição do vetor guarda um registro completo, com todas as suas propriedades.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representar uma coleção de entidades: uma turma de alunos, um catálogo de produtos, uma lista de funcionários.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063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 = [ ...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429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758184"/>
            <a:ext cx="2651760" cy="1467612"/>
          </a:xfrm>
          <a:prstGeom prst="roundRect">
            <a:avLst>
              <a:gd name="adj" fmla="val 498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828800" y="3758184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029968" y="4178808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29968" y="4479036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29968" y="4779264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3429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73168" y="3758184"/>
            <a:ext cx="2651760" cy="1467612"/>
          </a:xfrm>
          <a:prstGeom prst="roundRect">
            <a:avLst>
              <a:gd name="adj" fmla="val 498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773168" y="3758184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74336" y="4178808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74336" y="4479036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74336" y="4779264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17536" y="3429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17536" y="3758184"/>
            <a:ext cx="2651760" cy="1467612"/>
          </a:xfrm>
          <a:prstGeom prst="roundRect">
            <a:avLst>
              <a:gd name="adj" fmla="val 498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717536" y="3758184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918704" y="4178808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18704" y="4479036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18704" y="4779264"/>
            <a:ext cx="2286000" cy="30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de vetor de objetos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680960" cy="2064258"/>
          </a:xfrm>
          <a:prstGeom prst="roundRect">
            <a:avLst>
              <a:gd name="adj" fmla="val 35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6809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7406640" cy="160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turma = [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do vetor é um objeto completo, entre chaves.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objetos são separados por vírgula, como qualquer elemento de um vetor.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vetor continua sendo acessado por índice: turma[0], turma[1]...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elementos e propriedades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858000" cy="1538478"/>
          </a:xfrm>
          <a:prstGeom prst="roundRect">
            <a:avLst>
              <a:gd name="adj" fmla="val 47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8580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acesso_turma.js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58368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console.log(turma[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    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objeto completo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console.log(turma[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].nome);   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"Ana"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console.log(turma[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43800" y="173736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escolhe o elemento pelo índice: turma[0].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acessa a propriedade pela chave: turma[0].nome.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acessos se combinam: vetor[índice].propriedade.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elementos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680960" cy="2852928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76809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alterar_turma.js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74066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altera uma propriedade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].nota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adiciona uma propriedade nova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].turma =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"3B"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</a:t>
            </a:r>
            <a:r>
              <a:rPr lang="en-US" sz="15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substitui o objeto inteiro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turma[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{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Paula"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5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uma propriedade: acessa o elemento e muda só uma chave.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 elemento inteiro: atribui um novo objeto literal na posição.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Percorrendo um vetor de objetos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589520" cy="1538478"/>
          </a:xfrm>
          <a:prstGeom prst="roundRect">
            <a:avLst>
              <a:gd name="adj" fmla="val 475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758952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percorrer.js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73152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turma.length;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console.log(turma[i].nome +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nota 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turma[i].nota);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15544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estrutura de for usada em vetores simples.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turma[i] dá o objeto da posição i; turma[i].nome dá a propriedade dele.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41299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3742182"/>
            <a:ext cx="2286000" cy="1388745"/>
          </a:xfrm>
          <a:prstGeom prst="roundRect">
            <a:avLst>
              <a:gd name="adj" fmla="val 52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188720" y="374218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89888" y="4162806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89888" y="4436745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89888" y="4710684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30752" y="341299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30752" y="3742182"/>
            <a:ext cx="2286000" cy="1388745"/>
          </a:xfrm>
          <a:prstGeom prst="roundRect">
            <a:avLst>
              <a:gd name="adj" fmla="val 5267"/>
            </a:avLst>
          </a:prstGeom>
          <a:solidFill>
            <a:srgbClr val="161B22"/>
          </a:solidFill>
          <a:ln w="22225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730752" y="374218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22225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931920" y="4162806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931920" y="4436745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0" y="4710684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72784" y="341299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2784" y="3742182"/>
            <a:ext cx="2286000" cy="1388745"/>
          </a:xfrm>
          <a:prstGeom prst="roundRect">
            <a:avLst>
              <a:gd name="adj" fmla="val 52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272784" y="374218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73952" y="4162806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73952" y="4436745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73952" y="4710684"/>
            <a:ext cx="1920240" cy="273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Operações: soma e média de uma propriedade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2064258"/>
          </a:xfrm>
          <a:prstGeom prst="roundRect">
            <a:avLst>
              <a:gd name="adj" fmla="val 354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media_turma.js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60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turma.length;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= soma + turma[i].nota;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 = soma / turma.length;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lógica de soma/média de um vetor simples.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mudança é o que é somado: em vez de vetor[i], usa-se turma[i].nota.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acumulador some continua sendo inicializado com zero, antes do laço.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Operações: busca por um atributo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83680" cy="2852928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58368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buscar_turma.js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63093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vetor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[]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let </a:t>
            </a:r>
            <a:r>
              <a:rPr lang="en-US" sz="1500" dirty="0" err="1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nomeAlvo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cs typeface="Courier New" pitchFamily="34" charset="-120"/>
              </a:rPr>
              <a:t> = “Bruno” 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vetor.length;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(vetor[i].nome === nomeAlvo)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15544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 propriedade nome de cada objeto com o valor procurado.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encontrar, retorna o índice imediatamente.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4681728"/>
            <a:ext cx="2286000" cy="1362456"/>
          </a:xfrm>
          <a:prstGeom prst="roundRect">
            <a:avLst>
              <a:gd name="adj" fmla="val 536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188720" y="468172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389888" y="51023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536752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56327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30752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30752" y="4681728"/>
            <a:ext cx="2286000" cy="1362456"/>
          </a:xfrm>
          <a:prstGeom prst="roundRect">
            <a:avLst>
              <a:gd name="adj" fmla="val 5369"/>
            </a:avLst>
          </a:prstGeom>
          <a:solidFill>
            <a:srgbClr val="161B22"/>
          </a:solidFill>
          <a:ln w="22225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3730752" y="468172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22225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931920" y="51023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"Bruno"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536752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56327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72784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2784" y="4681728"/>
            <a:ext cx="2286000" cy="1362456"/>
          </a:xfrm>
          <a:prstGeom prst="roundRect">
            <a:avLst>
              <a:gd name="adj" fmla="val 536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272784" y="468172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73952" y="51023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"Carla"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3952" y="536752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73952" y="56327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60990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buscarPorNome(turma, "Bruno")  →  índice 1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Operações: contagem com condição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400800" cy="2327148"/>
          </a:xfrm>
          <a:prstGeom prst="roundRect">
            <a:avLst>
              <a:gd name="adj" fmla="val 3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640080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7099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7099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7099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aprovados.js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6126480" cy="186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aprovados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turma.length;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(turma[i].nota &gt;=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aprovados = aprovados +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434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do if compara diretamente a propriedade do objeto (turma[i].nota).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contador é incrementado só quando a condição é verdadeira.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ideia serve para qualquer critério: estoque baixo, idade mínima, etc.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boletim da turma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138160" cy="3641598"/>
          </a:xfrm>
          <a:prstGeom prst="roundRect">
            <a:avLst>
              <a:gd name="adj" fmla="val 20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8138160" cy="310896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6642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6642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6642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boletim.js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7863840" cy="3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turma.length; i++)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situacao;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(turma[i].nota &gt;= </a:t>
            </a:r>
            <a:r>
              <a:rPr lang="en-US" sz="15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situacao =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"Aprovado"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situacao =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"Reprovado"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linha = turma[i].nome +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turma[i].nota;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linha = linha +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("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situacao + </a:t>
            </a:r>
            <a:r>
              <a:rPr lang="en-US" sz="150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")"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console.log(linha);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84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42467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tudo o que foi visto: percorrer o vetor, ler propriedades, comparar valores e montar uma mensagem.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esperada: "Ana: 8.5 (Aprovado)", "Bruno: 7 (Aprovado)", "Carla: 9.2 (Aprovado)".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boas práticas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698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dados nomeados (chave: valor). Vetor: dados indexados por posição.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= o melhor dos dois mundos: coleção (índice) + registros descritivos (chaves).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acessar um campo de um elemento: vetor[i].propriedade.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técnicas de soma, busca, contagem e ordenação servem para vetores de objetos — só muda o que se compara.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(1/2)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objeto livro com título, autor e ano, e exiba seus dados formatados em uma única linha.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770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vetor de objetos produtos com pelo menos 4 itens (nome, preço, estoque) e percorra exibindo cada um.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8496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1417320" y="3739896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valor total do estoque (soma de preço × estoque de cada produto).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475488" cy="475488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928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2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Encontre o produto mais caro do vetor.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(2/2)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uma busca que receba um vetor de objetos alunos e um nome, retornando o objeto correspondente (ou null).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5603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quantos produtos estão com estoque abaixo de 5 unidades.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6118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 a propriedade preco de um produto específico e exiba o vetor atualizado.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6634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adicione uma propriedade nova (ex.: desconto) a todos os objetos de um vetor, usando um laço.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Objetos em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GRONER, Loiane; KINOSHITA, Lucia A. Estruturas de Dados e Algoritmos em JavaScript. São Paulo: Novatec, 2019.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SEBESTA, R. W. Conceitos de Linguagens de Programação. 5ª ed. Bookman, 2003.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IEPSEN, Edecio Fernando. Lógica de Programação e Algoritmos com JavaScript. São Paulo: Novatec, 2019.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MORRISON, Michael. Use a Cabeça JavaScript. Alta Books, 2012.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Mauricio Samy. jQuery: a biblioteca do programador JavaScript. São Paulo: Novatec, 2010.</a:t>
            </a:r>
            <a:endParaRPr lang="en-US" sz="18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Docs. Guia de JavaScript. developer.mozilla.org/pt-BR/docs/Web/JavaScript/Guide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2274</Words>
  <Application>Microsoft Office PowerPoint</Application>
  <PresentationFormat>Widescreen</PresentationFormat>
  <Paragraphs>367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Pires</cp:lastModifiedBy>
  <cp:revision>2</cp:revision>
  <dcterms:created xsi:type="dcterms:W3CDTF">2026-08-17T19:19:55Z</dcterms:created>
  <dcterms:modified xsi:type="dcterms:W3CDTF">2026-08-17T19:44:48Z</dcterms:modified>
</cp:coreProperties>
</file>